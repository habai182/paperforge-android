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pfSlide1"/>
    <p:sldId id="257" r:id="pfSlide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pfSlide1" Type="http://schemas.openxmlformats.org/officeDocument/2006/relationships/slide" Target="slides/slide1.xml"/><Relationship Id="pfSlide2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7.xml"/><Relationship Id="image" Type="http://schemas.openxmlformats.org/officeDocument/2006/relationships/image" Target="../media/page1.png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7.xml"/><Relationship Id="image" Type="http://schemas.openxmlformats.org/officeDocument/2006/relationships/image" Target="../media/p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ge 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ge 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