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son" ContentType="application/json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pfSlide1"/>
    <p:sldId id="257" r:id="pfSlide2"/>
    <p:sldId id="258" r:id="pfSlide3"/>
  </p:sldIdLst>
  <p:sldSz cx="7620000" cy="508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pfSlide1" Type="http://schemas.openxmlformats.org/officeDocument/2006/relationships/slide" Target="slides/slide1.xml"/><Relationship Id="pfSlide2" Type="http://schemas.openxmlformats.org/officeDocument/2006/relationships/slide" Target="slides/slide2.xml"/><Relationship Id="pfSlide3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7.xml"/><Relationship Id="image1" Type="http://schemas.openxmlformats.org/officeDocument/2006/relationships/image" Target="../media/page1-image1.png"/><Relationship Id="image2" Type="http://schemas.openxmlformats.org/officeDocument/2006/relationships/image" Target="../media/page1-image2.png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7.xml"/><Relationship Id="image1" Type="http://schemas.openxmlformats.org/officeDocument/2006/relationships/image" Target="../media/page2-image1.png"/></Relationships>
</file>

<file path=ppt/slides/_rels/slide3.xml.rels><Relationships xmlns="http://schemas.openxmlformats.org/package/2006/relationships"><Relationship Id="layout" Type="http://schemas.openxmlformats.org/officeDocument/2006/relationships/slideLayout" Target="../slideLayouts/slideLayout7.xml"/><Relationship Id="image1" Type="http://schemas.openxmlformats.org/officeDocument/2006/relationships/image" Target="../media/page3-appearanc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path 2"/>
          <p:cNvSpPr/>
          <p:nvPr/>
        </p:nvSpPr>
        <p:spPr>
          <a:xfrm rot="0" flipV="0">
            <a:off x="381000" y="317500"/>
            <a:ext cx="3810000" cy="825500"/>
          </a:xfrm>
          <a:custGeom>
            <a:avLst/>
            <a:gdLst/>
            <a:ahLst/>
            <a:cxnLst/>
            <a:rect l="0" t="0" r="r" b="b"/>
            <a:pathLst>
              <a:path w="3810000" h="825500" fill="norm" stroke="0">
                <a:moveTo>
                  <a:pt x="0" y="825500"/>
                </a:moveTo>
                <a:lnTo>
                  <a:pt x="3810000" y="825500"/>
                </a:lnTo>
                <a:lnTo>
                  <a:pt x="381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BDC">
              <a:alpha val="100000"/>
            </a:srgbClr>
          </a:solidFill>
          <a:ln>
            <a:noFill/>
          </a:ln>
        </p:spPr>
      </p:sp>
      <p:sp>
        <p:nvSpPr>
          <p:cNvPr id="3" name="Editable text 3"/>
          <p:cNvSpPr txBox="1"/>
          <p:nvPr/>
        </p:nvSpPr>
        <p:spPr>
          <a:xfrm rot="0" flipV="0">
            <a:off x="508000" y="584200"/>
            <a:ext cx="2049779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t" vertOverflow="overflow">
            <a:noAutofit/>
          </a:bodyPr>
          <a:lstStyle/>
          <a:p>
            <a:pPr marL="0" indent="0">
              <a:buNone/>
            </a:pPr>
            <a:r>
              <a:rPr sz="2400" b="1" i="0">
                <a:solidFill>
                  <a:srgbClr val="000000">
                    <a:alpha val="100000"/>
                  </a:srgbClr>
                </a:solidFill>
                <a:latin typeface="Liberation Sans"/>
                <a:ea typeface="Noto Sans CJK SC"/>
              </a:rPr>
              <a:t xml:space="preserve">NATIVE 00123</a:t>
            </a:r>
            <a:endParaRPr sz="2400" b="1" i="0"/>
          </a:p>
        </p:txBody>
      </p:sp>
      <p:sp>
        <p:nvSpPr>
          <p:cNvPr id="4" name="Editable text 4"/>
          <p:cNvSpPr txBox="1"/>
          <p:nvPr/>
        </p:nvSpPr>
        <p:spPr>
          <a:xfrm rot="0" flipV="0">
            <a:off x="508000" y="1320800"/>
            <a:ext cx="1422197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t" vertOverflow="overflow">
            <a:no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000000">
                    <a:alpha val="100000"/>
                  </a:srgbClr>
                </a:solidFill>
                <a:latin typeface="Liberation Sans"/>
                <a:ea typeface="Noto Sans CJK SC"/>
              </a:rPr>
              <a:t xml:space="preserve">原生文字 00123</a:t>
            </a:r>
            <a:endParaRPr sz="1600" b="0" i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image1"/>
          <a:stretch>
            <a:fillRect/>
          </a:stretch>
        </p:blipFill>
        <p:spPr>
          <a:xfrm rot="0" flipV="0">
            <a:off x="381000" y="3556000"/>
            <a:ext cx="1143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image2"/>
          <a:stretch>
            <a:fillRect/>
          </a:stretch>
        </p:blipFill>
        <p:spPr>
          <a:xfrm rot="0" flipV="0">
            <a:off x="1905000" y="3556000"/>
            <a:ext cx="1143000" cy="762000"/>
          </a:xfrm>
          <a:prstGeom prst="rect">
            <a:avLst/>
          </a:prstGeom>
        </p:spPr>
      </p:pic>
      <p:sp>
        <p:nvSpPr>
          <p:cNvPr id="7" name="Editable text 7"/>
          <p:cNvSpPr txBox="1"/>
          <p:nvPr/>
        </p:nvSpPr>
        <p:spPr>
          <a:xfrm rot="0" flipV="0">
            <a:off x="508000" y="2540000"/>
            <a:ext cx="1735836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t" vertOverflow="overflow">
            <a:noAutofit/>
          </a:bodyPr>
          <a:lstStyle/>
          <a:p>
            <a:pPr marL="0" indent="0">
              <a:buNone/>
            </a:pPr>
            <a:r>
              <a:rPr sz="2000" b="0" i="0">
                <a:solidFill>
                  <a:srgbClr val="000000">
                    <a:alpha val="100000"/>
                  </a:srgbClr>
                </a:solidFill>
                <a:latin typeface="Liberation Sans"/>
                <a:ea typeface="Noto Sans CJK SC"/>
              </a:rPr>
              <a:t xml:space="preserve">PAINT ORDER</a:t>
            </a:r>
            <a:endParaRPr sz="2000" b="0" i="0"/>
          </a:p>
        </p:txBody>
      </p:sp>
      <p:sp>
        <p:nvSpPr>
          <p:cNvPr id="8" name="Editable path 8"/>
          <p:cNvSpPr/>
          <p:nvPr/>
        </p:nvSpPr>
        <p:spPr>
          <a:xfrm rot="0" flipV="0">
            <a:off x="381000" y="2476500"/>
            <a:ext cx="3048000" cy="508000"/>
          </a:xfrm>
          <a:custGeom>
            <a:avLst/>
            <a:gdLst/>
            <a:ahLst/>
            <a:cxnLst/>
            <a:rect l="0" t="0" r="r" b="b"/>
            <a:pathLst>
              <a:path w="3048000" h="508000" fill="norm" stroke="0">
                <a:moveTo>
                  <a:pt x="0" y="508000"/>
                </a:moveTo>
                <a:lnTo>
                  <a:pt x="3048000" y="508000"/>
                </a:lnTo>
                <a:lnTo>
                  <a:pt x="3048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>
            <a:noFill/>
          </a:ln>
        </p:spPr>
      </p:sp>
      <p:sp>
        <p:nvSpPr>
          <p:cNvPr id="9" name="Editable path 9"/>
          <p:cNvSpPr/>
          <p:nvPr/>
        </p:nvSpPr>
        <p:spPr>
          <a:xfrm rot="0" flipV="0">
            <a:off x="4445000" y="2794000"/>
            <a:ext cx="2159000" cy="1397000"/>
          </a:xfrm>
          <a:custGeom>
            <a:avLst/>
            <a:gdLst/>
            <a:ahLst/>
            <a:cxnLst/>
            <a:rect l="0" t="0" r="r" b="b"/>
            <a:pathLst>
              <a:path w="2159000" h="1397000" fill="none" stroke="1">
                <a:moveTo>
                  <a:pt x="0" y="1397000"/>
                </a:moveTo>
                <a:lnTo>
                  <a:pt x="1905000" y="762000"/>
                </a:lnTo>
                <a:cubicBezTo>
                  <a:pt x="2159000" y="508000"/>
                  <a:pt x="1651000" y="0"/>
                  <a:pt x="889000" y="127000"/>
                </a:cubicBezTo>
              </a:path>
            </a:pathLst>
          </a:custGeom>
          <a:noFill/>
          <a:ln w="25400">
            <a:solidFill>
              <a:srgbClr val="0000FF">
                <a:alpha val="10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 rot="5400000" flipV="0">
            <a:off x="4094675" y="1034171"/>
            <a:ext cx="1531034" cy="2442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t" vertOverflow="overflow">
            <a:noAutofit/>
          </a:bodyPr>
          <a:lstStyle/>
          <a:p>
            <a:pPr marL="0" indent="0">
              <a:buNone/>
            </a:pPr>
            <a:r>
              <a:rPr sz="1538" b="0" i="0">
                <a:solidFill>
                  <a:srgbClr val="000000">
                    <a:alpha val="100000"/>
                  </a:srgbClr>
                </a:solidFill>
                <a:latin typeface="Liberation Sans"/>
                <a:ea typeface="Noto Sans CJK SC"/>
              </a:rPr>
              <a:t xml:space="preserve">ROTATED 00456</a:t>
            </a:r>
            <a:endParaRPr sz="1538" b="0" i="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image1"/>
          <a:stretch>
            <a:fillRect/>
          </a:stretch>
        </p:blipFill>
        <p:spPr>
          <a:xfrm rot="5400000" flipV="0">
            <a:off x="2686538" y="635000"/>
            <a:ext cx="879231" cy="586154"/>
          </a:xfrm>
          <a:prstGeom prst="rect">
            <a:avLst/>
          </a:prstGeom>
        </p:spPr>
      </p:pic>
      <p:sp>
        <p:nvSpPr>
          <p:cNvPr id="4" name="Editable path 4"/>
          <p:cNvSpPr/>
          <p:nvPr/>
        </p:nvSpPr>
        <p:spPr>
          <a:xfrm rot="0" flipV="0">
            <a:off x="2344615" y="195385"/>
            <a:ext cx="293077" cy="781538"/>
          </a:xfrm>
          <a:custGeom>
            <a:avLst/>
            <a:gdLst/>
            <a:ahLst/>
            <a:cxnLst/>
            <a:rect l="0" t="0" r="r" b="b"/>
            <a:pathLst>
              <a:path w="293077" h="781538" fill="norm" stroke="0">
                <a:moveTo>
                  <a:pt x="0" y="0"/>
                </a:moveTo>
                <a:lnTo>
                  <a:pt x="0" y="781538"/>
                </a:lnTo>
                <a:lnTo>
                  <a:pt x="293077" y="781538"/>
                </a:lnTo>
                <a:lnTo>
                  <a:pt x="293077" y="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image1"/>
          <a:stretch>
            <a:fillRect/>
          </a:stretch>
        </p:blipFill>
        <p:spPr>
          <a:xfrm rot="0" flipV="0">
            <a:off x="0" y="0"/>
            <a:ext cx="7620000" cy="50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PaperForge presentation</dc:title>
  <dc:subject/>
  <dc:creator>PaperForge</dc:creator>
  <cp:keywords/>
  <dc:description>generated using python-pptx</dc:description>
  <cp:lastModifiedBy>PaperForge</cp:lastModifiedBy>
  <cp:revision>1</cp:revision>
  <dcterms:created xsi:type="dcterms:W3CDTF">2013-01-27T09:14:16Z</dcterms:created>
  <dcterms:modified xsi:type="dcterms:W3CDTF">2013-01-27T09:15:58Z</dcterms:modified>
  <cp:category/>
</cp:coreProperties>
</file>