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pfSlide1"/>
    <p:sldId id="257" r:id="pfSlide2"/>
  </p:sldIdLst>
  <p:sldSz cx="7620000" cy="508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pfSlide1" Type="http://schemas.openxmlformats.org/officeDocument/2006/relationships/slide" Target="slides/slide1.xml"/><Relationship Id="pfSlide2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7.xml"/><Relationship Id="image" Type="http://schemas.openxmlformats.org/officeDocument/2006/relationships/image" Target="../media/page1.png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7.xml"/><Relationship Id="image" Type="http://schemas.openxmlformats.org/officeDocument/2006/relationships/image" Target="../media/p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ge 1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7620000" cy="5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page 2"/>
          <p:cNvPicPr>
            <a:picLocks noChangeAspect="1"/>
          </p:cNvPicPr>
          <p:nvPr/>
        </p:nvPicPr>
        <p:blipFill>
          <a:blip r:embed="image"/>
          <a:stretch>
            <a:fillRect/>
          </a:stretch>
        </p:blipFill>
        <p:spPr>
          <a:xfrm>
            <a:off x="0" y="0"/>
            <a:ext cx="7620000" cy="50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PaperForge presentation</dc:title>
  <dc:subject/>
  <dc:creator>PaperForge</dc:creator>
  <cp:keywords/>
  <dc:description>generated using python-pptx</dc:description>
  <cp:lastModifiedBy>PaperForge</cp:lastModifiedBy>
  <cp:revision>1</cp:revision>
  <dcterms:created xsi:type="dcterms:W3CDTF">2013-01-27T09:14:16Z</dcterms:created>
  <dcterms:modified xsi:type="dcterms:W3CDTF">2013-01-27T09:15:58Z</dcterms:modified>
  <cp:category/>
</cp:coreProperties>
</file>